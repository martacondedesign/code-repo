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77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68128" y="1728216"/>
            <a:ext cx="4270248" cy="4270248"/>
          </a:xfrm>
          <a:prstGeom prst="ellipse">
            <a:avLst/>
          </a:prstGeom>
          <a:solidFill>
            <a:srgbClr val="1A8AE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037576" y="3867912"/>
            <a:ext cx="4270248" cy="4270248"/>
          </a:xfrm>
          <a:prstGeom prst="ellipse">
            <a:avLst/>
          </a:prstGeom>
          <a:solidFill>
            <a:srgbClr val="1A8AE0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037576" y="5998464"/>
            <a:ext cx="4270248" cy="4270248"/>
          </a:xfrm>
          <a:prstGeom prst="ellipse">
            <a:avLst/>
          </a:prstGeom>
          <a:solidFill>
            <a:srgbClr val="1A8AE0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897880" y="8138160"/>
            <a:ext cx="4270248" cy="4270248"/>
          </a:xfrm>
          <a:prstGeom prst="ellipse">
            <a:avLst/>
          </a:prstGeom>
          <a:solidFill>
            <a:srgbClr val="1A8AE0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757416" y="4389120"/>
            <a:ext cx="1069848" cy="1069848"/>
          </a:xfrm>
          <a:prstGeom prst="ellipse">
            <a:avLst/>
          </a:prstGeom>
          <a:solidFill>
            <a:srgbClr val="1A8AE0">
              <a:alpha val="5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828800"/>
            <a:ext cx="11091672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SYSTEMS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548640" y="365760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 automáticamente con Agentes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48640" y="438912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3 | 2 horas  ·  Todo en Figma, sin código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951208" y="4764024"/>
            <a:ext cx="1069848" cy="1069848"/>
          </a:xfrm>
          <a:prstGeom prst="ellipse">
            <a:avLst/>
          </a:prstGeom>
          <a:solidFill>
            <a:srgbClr val="D3EBFF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3231368" y="4242816"/>
            <a:ext cx="4270248" cy="4270248"/>
          </a:xfrm>
          <a:prstGeom prst="ellipse">
            <a:avLst/>
          </a:prstGeom>
          <a:solidFill>
            <a:srgbClr val="D3EBFF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091672" y="8522208"/>
            <a:ext cx="4270248" cy="4270248"/>
          </a:xfrm>
          <a:prstGeom prst="ellipse">
            <a:avLst/>
          </a:prstGeom>
          <a:solidFill>
            <a:srgbClr val="D3EBFF">
              <a:alpha val="3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673352" y="411480"/>
            <a:ext cx="884224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DESIGN.md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673352" y="1051560"/>
            <a:ext cx="88422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754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El manual que IA entiende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673352" y="1508760"/>
            <a:ext cx="88422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7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documento que le dices a IA: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764792" y="1947672"/>
            <a:ext cx="87508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"Estos son nuestros colores"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764792" y="2240280"/>
            <a:ext cx="87508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"Estas son nuestras fuentes"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764792" y="2532888"/>
            <a:ext cx="87508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"Estos son nuestros espacios"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764792" y="2825496"/>
            <a:ext cx="87508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"Estas son nuestras reglas"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673352" y="3209544"/>
            <a:ext cx="8842248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lo lee ANTES de crear anything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951208" y="4764024"/>
            <a:ext cx="1069848" cy="1069848"/>
          </a:xfrm>
          <a:prstGeom prst="ellipse">
            <a:avLst/>
          </a:prstGeom>
          <a:solidFill>
            <a:srgbClr val="D3EBFF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3231368" y="4242816"/>
            <a:ext cx="4270248" cy="4270248"/>
          </a:xfrm>
          <a:prstGeom prst="ellipse">
            <a:avLst/>
          </a:prstGeom>
          <a:solidFill>
            <a:srgbClr val="D3EBFF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091672" y="8522208"/>
            <a:ext cx="4270248" cy="4270248"/>
          </a:xfrm>
          <a:prstGeom prst="ellipse">
            <a:avLst/>
          </a:prstGeom>
          <a:solidFill>
            <a:srgbClr val="D3EBFF">
              <a:alpha val="3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673352" y="411480"/>
            <a:ext cx="884224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CREAR DESIGN.MD DESDE FIGMA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673352" y="1051560"/>
            <a:ext cx="88422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754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Extracting what you have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673352" y="1563624"/>
            <a:ext cx="594360" cy="420624"/>
          </a:xfrm>
          <a:prstGeom prst="rect">
            <a:avLst/>
          </a:prstGeom>
          <a:solidFill>
            <a:srgbClr val="0077D6"/>
          </a:solidFill>
          <a:ln/>
        </p:spPr>
      </p:sp>
      <p:sp>
        <p:nvSpPr>
          <p:cNvPr id="8" name="Text 6"/>
          <p:cNvSpPr/>
          <p:nvPr/>
        </p:nvSpPr>
        <p:spPr>
          <a:xfrm>
            <a:off x="1673352" y="1563624"/>
            <a:ext cx="594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2404872" y="1508760"/>
            <a:ext cx="8110728" cy="11315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Figma file abierto  </a:t>
            </a:r>
            <a:pPr indent="0" marL="0">
              <a:buNone/>
            </a:pPr>
            <a:r>
              <a:rPr lang="en-US" sz="1500" dirty="0">
                <a:solidFill>
                  <a:srgbClr val="4754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componentes, colores, tipografía visibles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1673352" y="2658618"/>
            <a:ext cx="8842248" cy="0"/>
          </a:xfrm>
          <a:prstGeom prst="line">
            <a:avLst/>
          </a:prstGeom>
          <a:noFill/>
          <a:ln w="6350">
            <a:solidFill>
              <a:srgbClr val="CFCFC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73352" y="2740914"/>
            <a:ext cx="594360" cy="420624"/>
          </a:xfrm>
          <a:prstGeom prst="rect">
            <a:avLst/>
          </a:prstGeom>
          <a:solidFill>
            <a:srgbClr val="0077D6"/>
          </a:solidFill>
          <a:ln/>
        </p:spPr>
      </p:sp>
      <p:sp>
        <p:nvSpPr>
          <p:cNvPr id="12" name="Text 10"/>
          <p:cNvSpPr/>
          <p:nvPr/>
        </p:nvSpPr>
        <p:spPr>
          <a:xfrm>
            <a:off x="1673352" y="2740914"/>
            <a:ext cx="594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2404872" y="2686050"/>
            <a:ext cx="8110728" cy="11315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"Analiza este archivo Figma"  </a:t>
            </a:r>
            <a:pPr indent="0" marL="0">
              <a:buNone/>
            </a:pPr>
            <a:r>
              <a:rPr lang="en-US" sz="1500" dirty="0">
                <a:solidFill>
                  <a:srgbClr val="4754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lee y escanea el file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1673352" y="3835908"/>
            <a:ext cx="8842248" cy="0"/>
          </a:xfrm>
          <a:prstGeom prst="line">
            <a:avLst/>
          </a:prstGeom>
          <a:noFill/>
          <a:ln w="6350">
            <a:solidFill>
              <a:srgbClr val="CFCFC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673352" y="3918204"/>
            <a:ext cx="594360" cy="420624"/>
          </a:xfrm>
          <a:prstGeom prst="rect">
            <a:avLst/>
          </a:prstGeom>
          <a:solidFill>
            <a:srgbClr val="0077D6"/>
          </a:solidFill>
          <a:ln/>
        </p:spPr>
      </p:sp>
      <p:sp>
        <p:nvSpPr>
          <p:cNvPr id="16" name="Text 14"/>
          <p:cNvSpPr/>
          <p:nvPr/>
        </p:nvSpPr>
        <p:spPr>
          <a:xfrm>
            <a:off x="1673352" y="3918204"/>
            <a:ext cx="594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2404872" y="3863340"/>
            <a:ext cx="8110728" cy="11315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escanea  </a:t>
            </a:r>
            <a:pPr indent="0" marL="0">
              <a:buNone/>
            </a:pPr>
            <a:r>
              <a:rPr lang="en-US" sz="1500" dirty="0">
                <a:solidFill>
                  <a:srgbClr val="4754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extrae colores, tipografía, componentes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1673352" y="5013198"/>
            <a:ext cx="8842248" cy="0"/>
          </a:xfrm>
          <a:prstGeom prst="line">
            <a:avLst/>
          </a:prstGeom>
          <a:noFill/>
          <a:ln w="6350">
            <a:solidFill>
              <a:srgbClr val="CFCFC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673352" y="5095494"/>
            <a:ext cx="594360" cy="420624"/>
          </a:xfrm>
          <a:prstGeom prst="rect">
            <a:avLst/>
          </a:prstGeom>
          <a:solidFill>
            <a:srgbClr val="0077D6"/>
          </a:solidFill>
          <a:ln/>
        </p:spPr>
      </p:sp>
      <p:sp>
        <p:nvSpPr>
          <p:cNvPr id="20" name="Text 18"/>
          <p:cNvSpPr/>
          <p:nvPr/>
        </p:nvSpPr>
        <p:spPr>
          <a:xfrm>
            <a:off x="1673352" y="5095494"/>
            <a:ext cx="594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2404872" y="5040630"/>
            <a:ext cx="8110728" cy="11315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DESIGN.md generado  </a:t>
            </a:r>
            <a:pPr indent="0" marL="0">
              <a:buNone/>
            </a:pPr>
            <a:r>
              <a:rPr lang="en-US" sz="1500" dirty="0">
                <a:solidFill>
                  <a:srgbClr val="4754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Listo para usar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673352" y="6309360"/>
            <a:ext cx="88422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4754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Tiempo: ~5 minutos · Ventaja: Documenta lo que ya existe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951208" y="4764024"/>
            <a:ext cx="1069848" cy="1069848"/>
          </a:xfrm>
          <a:prstGeom prst="ellipse">
            <a:avLst/>
          </a:prstGeom>
          <a:solidFill>
            <a:srgbClr val="D3EBFF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3231368" y="4242816"/>
            <a:ext cx="4270248" cy="4270248"/>
          </a:xfrm>
          <a:prstGeom prst="ellipse">
            <a:avLst/>
          </a:prstGeom>
          <a:solidFill>
            <a:srgbClr val="D3EBFF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091672" y="8522208"/>
            <a:ext cx="4270248" cy="4270248"/>
          </a:xfrm>
          <a:prstGeom prst="ellipse">
            <a:avLst/>
          </a:prstGeom>
          <a:solidFill>
            <a:srgbClr val="D3EBFF">
              <a:alpha val="3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673352" y="411480"/>
            <a:ext cx="884224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CREAR DESIGN.MD DESDE UNA WEB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673352" y="1051560"/>
            <a:ext cx="88422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754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referencia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673352" y="1563624"/>
            <a:ext cx="594360" cy="420624"/>
          </a:xfrm>
          <a:prstGeom prst="rect">
            <a:avLst/>
          </a:prstGeom>
          <a:solidFill>
            <a:srgbClr val="0077D6"/>
          </a:solidFill>
          <a:ln/>
        </p:spPr>
      </p:sp>
      <p:sp>
        <p:nvSpPr>
          <p:cNvPr id="8" name="Text 6"/>
          <p:cNvSpPr/>
          <p:nvPr/>
        </p:nvSpPr>
        <p:spPr>
          <a:xfrm>
            <a:off x="1673352" y="1563624"/>
            <a:ext cx="594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2404872" y="1508760"/>
            <a:ext cx="8110728" cy="11315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Screenshot de web conocida  </a:t>
            </a:r>
            <a:pPr indent="0" marL="0">
              <a:buNone/>
            </a:pPr>
            <a:r>
              <a:rPr lang="en-US" sz="1500" dirty="0">
                <a:solidFill>
                  <a:srgbClr val="4754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Stripe, Airbnb, Spotify…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1673352" y="2658618"/>
            <a:ext cx="8842248" cy="0"/>
          </a:xfrm>
          <a:prstGeom prst="line">
            <a:avLst/>
          </a:prstGeom>
          <a:noFill/>
          <a:ln w="6350">
            <a:solidFill>
              <a:srgbClr val="CFCFC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73352" y="2740914"/>
            <a:ext cx="594360" cy="420624"/>
          </a:xfrm>
          <a:prstGeom prst="rect">
            <a:avLst/>
          </a:prstGeom>
          <a:solidFill>
            <a:srgbClr val="0077D6"/>
          </a:solidFill>
          <a:ln/>
        </p:spPr>
      </p:sp>
      <p:sp>
        <p:nvSpPr>
          <p:cNvPr id="12" name="Text 10"/>
          <p:cNvSpPr/>
          <p:nvPr/>
        </p:nvSpPr>
        <p:spPr>
          <a:xfrm>
            <a:off x="1673352" y="2740914"/>
            <a:ext cx="594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2404872" y="2686050"/>
            <a:ext cx="8110728" cy="11315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"¿Cuál es la paleta de colores?"  </a:t>
            </a:r>
            <a:pPr indent="0" marL="0">
              <a:buNone/>
            </a:pPr>
            <a:r>
              <a:rPr lang="en-US" sz="1500" dirty="0">
                <a:solidFill>
                  <a:srgbClr val="4754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analiza la imagen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1673352" y="3835908"/>
            <a:ext cx="8842248" cy="0"/>
          </a:xfrm>
          <a:prstGeom prst="line">
            <a:avLst/>
          </a:prstGeom>
          <a:noFill/>
          <a:ln w="6350">
            <a:solidFill>
              <a:srgbClr val="CFCFC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673352" y="3918204"/>
            <a:ext cx="594360" cy="420624"/>
          </a:xfrm>
          <a:prstGeom prst="rect">
            <a:avLst/>
          </a:prstGeom>
          <a:solidFill>
            <a:srgbClr val="0077D6"/>
          </a:solidFill>
          <a:ln/>
        </p:spPr>
      </p:sp>
      <p:sp>
        <p:nvSpPr>
          <p:cNvPr id="16" name="Text 14"/>
          <p:cNvSpPr/>
          <p:nvPr/>
        </p:nvSpPr>
        <p:spPr>
          <a:xfrm>
            <a:off x="1673352" y="3918204"/>
            <a:ext cx="594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2404872" y="3863340"/>
            <a:ext cx="8110728" cy="11315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extrae  </a:t>
            </a:r>
            <a:pPr indent="0" marL="0">
              <a:buNone/>
            </a:pPr>
            <a:r>
              <a:rPr lang="en-US" sz="1500" dirty="0">
                <a:solidFill>
                  <a:srgbClr val="4754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Colores · Tipografía · Espacios · Componentes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1673352" y="5013198"/>
            <a:ext cx="8842248" cy="0"/>
          </a:xfrm>
          <a:prstGeom prst="line">
            <a:avLst/>
          </a:prstGeom>
          <a:noFill/>
          <a:ln w="6350">
            <a:solidFill>
              <a:srgbClr val="CFCFC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673352" y="5095494"/>
            <a:ext cx="594360" cy="420624"/>
          </a:xfrm>
          <a:prstGeom prst="rect">
            <a:avLst/>
          </a:prstGeom>
          <a:solidFill>
            <a:srgbClr val="0077D6"/>
          </a:solidFill>
          <a:ln/>
        </p:spPr>
      </p:sp>
      <p:sp>
        <p:nvSpPr>
          <p:cNvPr id="20" name="Text 18"/>
          <p:cNvSpPr/>
          <p:nvPr/>
        </p:nvSpPr>
        <p:spPr>
          <a:xfrm>
            <a:off x="1673352" y="5095494"/>
            <a:ext cx="594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2404872" y="5040630"/>
            <a:ext cx="8110728" cy="11315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DESIGN.md listo  </a:t>
            </a:r>
            <a:pPr indent="0" marL="0">
              <a:buNone/>
            </a:pPr>
            <a:r>
              <a:rPr lang="en-US" sz="1500" dirty="0">
                <a:solidFill>
                  <a:srgbClr val="4754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Basado en web real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673352" y="6309360"/>
            <a:ext cx="88422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4754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Ventaja: Aprende de referencias reales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951208" y="4764024"/>
            <a:ext cx="1069848" cy="1069848"/>
          </a:xfrm>
          <a:prstGeom prst="ellipse">
            <a:avLst/>
          </a:prstGeom>
          <a:solidFill>
            <a:srgbClr val="D3EBFF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3231368" y="4242816"/>
            <a:ext cx="4270248" cy="4270248"/>
          </a:xfrm>
          <a:prstGeom prst="ellipse">
            <a:avLst/>
          </a:prstGeom>
          <a:solidFill>
            <a:srgbClr val="D3EBFF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091672" y="8522208"/>
            <a:ext cx="4270248" cy="4270248"/>
          </a:xfrm>
          <a:prstGeom prst="ellipse">
            <a:avLst/>
          </a:prstGeom>
          <a:solidFill>
            <a:srgbClr val="D3EBFF">
              <a:alpha val="3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673352" y="411480"/>
            <a:ext cx="884224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CREAR DESIGN.MD DESDE 0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673352" y="1051560"/>
            <a:ext cx="88422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754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Generando from scratch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673352" y="1563624"/>
            <a:ext cx="594360" cy="420624"/>
          </a:xfrm>
          <a:prstGeom prst="rect">
            <a:avLst/>
          </a:prstGeom>
          <a:solidFill>
            <a:srgbClr val="0077D6"/>
          </a:solidFill>
          <a:ln/>
        </p:spPr>
      </p:sp>
      <p:sp>
        <p:nvSpPr>
          <p:cNvPr id="8" name="Text 6"/>
          <p:cNvSpPr/>
          <p:nvPr/>
        </p:nvSpPr>
        <p:spPr>
          <a:xfrm>
            <a:off x="1673352" y="1563624"/>
            <a:ext cx="594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2404872" y="1508760"/>
            <a:ext cx="8110728" cy="11315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"Crea un DS para una app de viajes"  </a:t>
            </a:r>
            <a:pPr indent="0" marL="0">
              <a:buNone/>
            </a:pPr>
            <a:r>
              <a:rPr lang="en-US" sz="1500" dirty="0">
                <a:solidFill>
                  <a:srgbClr val="4754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Instrucción inicial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1673352" y="2658618"/>
            <a:ext cx="8842248" cy="0"/>
          </a:xfrm>
          <a:prstGeom prst="line">
            <a:avLst/>
          </a:prstGeom>
          <a:noFill/>
          <a:ln w="6350">
            <a:solidFill>
              <a:srgbClr val="CFCFC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73352" y="2740914"/>
            <a:ext cx="594360" cy="420624"/>
          </a:xfrm>
          <a:prstGeom prst="rect">
            <a:avLst/>
          </a:prstGeom>
          <a:solidFill>
            <a:srgbClr val="0077D6"/>
          </a:solidFill>
          <a:ln/>
        </p:spPr>
      </p:sp>
      <p:sp>
        <p:nvSpPr>
          <p:cNvPr id="12" name="Text 10"/>
          <p:cNvSpPr/>
          <p:nvPr/>
        </p:nvSpPr>
        <p:spPr>
          <a:xfrm>
            <a:off x="1673352" y="2740914"/>
            <a:ext cx="594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2404872" y="2686050"/>
            <a:ext cx="8110728" cy="11315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elige  </a:t>
            </a:r>
            <a:pPr indent="0" marL="0">
              <a:buNone/>
            </a:pPr>
            <a:r>
              <a:rPr lang="en-US" sz="1500" dirty="0">
                <a:solidFill>
                  <a:srgbClr val="4754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Paleta coherente · Tipografía profesional · Espacios proporcionales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1673352" y="3835908"/>
            <a:ext cx="8842248" cy="0"/>
          </a:xfrm>
          <a:prstGeom prst="line">
            <a:avLst/>
          </a:prstGeom>
          <a:noFill/>
          <a:ln w="6350">
            <a:solidFill>
              <a:srgbClr val="CFCFC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673352" y="3918204"/>
            <a:ext cx="594360" cy="420624"/>
          </a:xfrm>
          <a:prstGeom prst="rect">
            <a:avLst/>
          </a:prstGeom>
          <a:solidFill>
            <a:srgbClr val="0077D6"/>
          </a:solidFill>
          <a:ln/>
        </p:spPr>
      </p:sp>
      <p:sp>
        <p:nvSpPr>
          <p:cNvPr id="16" name="Text 14"/>
          <p:cNvSpPr/>
          <p:nvPr/>
        </p:nvSpPr>
        <p:spPr>
          <a:xfrm>
            <a:off x="1673352" y="3918204"/>
            <a:ext cx="594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2404872" y="3863340"/>
            <a:ext cx="8110728" cy="11315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genera  </a:t>
            </a:r>
            <a:pPr indent="0" marL="0">
              <a:buNone/>
            </a:pPr>
            <a:r>
              <a:rPr lang="en-US" sz="1500" dirty="0">
                <a:solidFill>
                  <a:srgbClr val="4754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colores principales · 5 niveles tipografía · 4 escalas de espacios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1673352" y="5013198"/>
            <a:ext cx="8842248" cy="0"/>
          </a:xfrm>
          <a:prstGeom prst="line">
            <a:avLst/>
          </a:prstGeom>
          <a:noFill/>
          <a:ln w="6350">
            <a:solidFill>
              <a:srgbClr val="CFCFC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673352" y="5095494"/>
            <a:ext cx="594360" cy="420624"/>
          </a:xfrm>
          <a:prstGeom prst="rect">
            <a:avLst/>
          </a:prstGeom>
          <a:solidFill>
            <a:srgbClr val="0077D6"/>
          </a:solidFill>
          <a:ln/>
        </p:spPr>
      </p:sp>
      <p:sp>
        <p:nvSpPr>
          <p:cNvPr id="20" name="Text 18"/>
          <p:cNvSpPr/>
          <p:nvPr/>
        </p:nvSpPr>
        <p:spPr>
          <a:xfrm>
            <a:off x="1673352" y="5095494"/>
            <a:ext cx="594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2404872" y="5040630"/>
            <a:ext cx="8110728" cy="11315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DESIGN.md nuevo  </a:t>
            </a:r>
            <a:pPr indent="0" marL="0">
              <a:buNone/>
            </a:pPr>
            <a:r>
              <a:rPr lang="en-US" sz="1500" dirty="0">
                <a:solidFill>
                  <a:srgbClr val="4754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Desde 0, completo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673352" y="6309360"/>
            <a:ext cx="88422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4754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Ventaja: Rápido, completo, listo día 1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951208" y="4764024"/>
            <a:ext cx="1069848" cy="1069848"/>
          </a:xfrm>
          <a:prstGeom prst="ellipse">
            <a:avLst/>
          </a:prstGeom>
          <a:solidFill>
            <a:srgbClr val="D3EBFF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3231368" y="4242816"/>
            <a:ext cx="4270248" cy="4270248"/>
          </a:xfrm>
          <a:prstGeom prst="ellipse">
            <a:avLst/>
          </a:prstGeom>
          <a:solidFill>
            <a:srgbClr val="D3EBFF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091672" y="8522208"/>
            <a:ext cx="4270248" cy="4270248"/>
          </a:xfrm>
          <a:prstGeom prst="ellipse">
            <a:avLst/>
          </a:prstGeom>
          <a:solidFill>
            <a:srgbClr val="D3EBFF">
              <a:alpha val="3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673352" y="411480"/>
            <a:ext cx="884224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USAR DESIGN.MD — ① EN FIGMA CON AGENTES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673352" y="1234440"/>
            <a:ext cx="88422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7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Paso 1: Cargar DESIGN.md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73352" y="1581912"/>
            <a:ext cx="8842248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 → Agentes → Upload Design System → Pega tu DESIGN.md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673352" y="3227832"/>
            <a:ext cx="88422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7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Paso 2: Dar instrucción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673352" y="3575304"/>
            <a:ext cx="8842248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"Crea un Button con variantes: primary, secondary, disabled"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673352" y="5221224"/>
            <a:ext cx="88422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7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Paso 3: Ver resultado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764792" y="5568696"/>
            <a:ext cx="87508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Button aparece en Figma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764792" y="5861304"/>
            <a:ext cx="87508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Con 3 variantes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764792" y="6153912"/>
            <a:ext cx="87508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Vinculado a variables automáticamente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951208" y="4764024"/>
            <a:ext cx="1069848" cy="1069848"/>
          </a:xfrm>
          <a:prstGeom prst="ellipse">
            <a:avLst/>
          </a:prstGeom>
          <a:solidFill>
            <a:srgbClr val="D3EBFF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3231368" y="4242816"/>
            <a:ext cx="4270248" cy="4270248"/>
          </a:xfrm>
          <a:prstGeom prst="ellipse">
            <a:avLst/>
          </a:prstGeom>
          <a:solidFill>
            <a:srgbClr val="D3EBFF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091672" y="8522208"/>
            <a:ext cx="4270248" cy="4270248"/>
          </a:xfrm>
          <a:prstGeom prst="ellipse">
            <a:avLst/>
          </a:prstGeom>
          <a:solidFill>
            <a:srgbClr val="D3EBFF">
              <a:alpha val="3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673352" y="411480"/>
            <a:ext cx="884224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USAR DESIGN.MD — ② EN CLAUDE CODE CON REACT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673352" y="1234440"/>
            <a:ext cx="88422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7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flujo: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764792" y="1581912"/>
            <a:ext cx="87508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Pega DESIGN.md en Claude Code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764792" y="1874520"/>
            <a:ext cx="87508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Prompt: "Crea un componente Card respetando este DESIGN.md"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764792" y="2167128"/>
            <a:ext cx="87508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Claude genera código React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764792" y="2459736"/>
            <a:ext cx="87508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Usa tokens del DESIGN.md automáticamente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673352" y="2843784"/>
            <a:ext cx="88422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7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 esperado: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673352" y="3191256"/>
            <a:ext cx="8842248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066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Card = ({ title, description }) =&gt; (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066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&lt;div style={{ 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066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color: 'var(--color-text)',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066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padding: 'var(--spacing-m)'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066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}}&gt;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066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...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066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&lt;/div&gt;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066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673352" y="4837176"/>
            <a:ext cx="8842248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Ventaja: Código respeta DS automáticamente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951208" y="4764024"/>
            <a:ext cx="1069848" cy="1069848"/>
          </a:xfrm>
          <a:prstGeom prst="ellipse">
            <a:avLst/>
          </a:prstGeom>
          <a:solidFill>
            <a:srgbClr val="D3EBFF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3231368" y="4242816"/>
            <a:ext cx="4270248" cy="4270248"/>
          </a:xfrm>
          <a:prstGeom prst="ellipse">
            <a:avLst/>
          </a:prstGeom>
          <a:solidFill>
            <a:srgbClr val="D3EBFF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091672" y="8522208"/>
            <a:ext cx="4270248" cy="4270248"/>
          </a:xfrm>
          <a:prstGeom prst="ellipse">
            <a:avLst/>
          </a:prstGeom>
          <a:solidFill>
            <a:srgbClr val="D3EBFF">
              <a:alpha val="3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673352" y="411480"/>
            <a:ext cx="884224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673352" y="1051560"/>
            <a:ext cx="88422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754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Extraer de Figma → Aplicar a componentes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673352" y="1563624"/>
            <a:ext cx="594360" cy="420624"/>
          </a:xfrm>
          <a:prstGeom prst="rect">
            <a:avLst/>
          </a:prstGeom>
          <a:solidFill>
            <a:srgbClr val="0077D6"/>
          </a:solidFill>
          <a:ln/>
        </p:spPr>
      </p:sp>
      <p:sp>
        <p:nvSpPr>
          <p:cNvPr id="8" name="Text 6"/>
          <p:cNvSpPr/>
          <p:nvPr/>
        </p:nvSpPr>
        <p:spPr>
          <a:xfrm>
            <a:off x="1673352" y="1563624"/>
            <a:ext cx="594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2404872" y="1508760"/>
            <a:ext cx="8110728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EXTRAER  </a:t>
            </a:r>
            <a:pPr indent="0" marL="0">
              <a:buNone/>
            </a:pPr>
            <a:r>
              <a:rPr lang="en-US" sz="1500" dirty="0">
                <a:solidFill>
                  <a:srgbClr val="4754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analiza Figma · "¿Qué colores hay? ¿Dónde?" → Lista de colores usados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1673352" y="2670048"/>
            <a:ext cx="8842248" cy="0"/>
          </a:xfrm>
          <a:prstGeom prst="line">
            <a:avLst/>
          </a:prstGeom>
          <a:noFill/>
          <a:ln w="6350">
            <a:solidFill>
              <a:srgbClr val="CFCFC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73352" y="2752344"/>
            <a:ext cx="594360" cy="420624"/>
          </a:xfrm>
          <a:prstGeom prst="rect">
            <a:avLst/>
          </a:prstGeom>
          <a:solidFill>
            <a:srgbClr val="0077D6"/>
          </a:solidFill>
          <a:ln/>
        </p:spPr>
      </p:sp>
      <p:sp>
        <p:nvSpPr>
          <p:cNvPr id="12" name="Text 10"/>
          <p:cNvSpPr/>
          <p:nvPr/>
        </p:nvSpPr>
        <p:spPr>
          <a:xfrm>
            <a:off x="1673352" y="2752344"/>
            <a:ext cx="594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2404872" y="2697480"/>
            <a:ext cx="8110728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CLASIFICAR  </a:t>
            </a:r>
            <a:pPr indent="0" marL="0">
              <a:buNone/>
            </a:pPr>
            <a:r>
              <a:rPr lang="en-US" sz="1500" dirty="0">
                <a:solidFill>
                  <a:srgbClr val="4754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"¿Cuáles son primary, secondary, error?" → Ej: PRIMARY: #0066FF (12 componentes)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1673352" y="3858768"/>
            <a:ext cx="8842248" cy="0"/>
          </a:xfrm>
          <a:prstGeom prst="line">
            <a:avLst/>
          </a:prstGeom>
          <a:noFill/>
          <a:ln w="6350">
            <a:solidFill>
              <a:srgbClr val="CFCFC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673352" y="3941064"/>
            <a:ext cx="594360" cy="420624"/>
          </a:xfrm>
          <a:prstGeom prst="rect">
            <a:avLst/>
          </a:prstGeom>
          <a:solidFill>
            <a:srgbClr val="0077D6"/>
          </a:solidFill>
          <a:ln/>
        </p:spPr>
      </p:sp>
      <p:sp>
        <p:nvSpPr>
          <p:cNvPr id="16" name="Text 14"/>
          <p:cNvSpPr/>
          <p:nvPr/>
        </p:nvSpPr>
        <p:spPr>
          <a:xfrm>
            <a:off x="1673352" y="3941064"/>
            <a:ext cx="594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2404872" y="3886200"/>
            <a:ext cx="8110728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APLICAR  </a:t>
            </a:r>
            <a:pPr indent="0" marL="0">
              <a:buNone/>
            </a:pPr>
            <a:r>
              <a:rPr lang="en-US" sz="1500" dirty="0">
                <a:solidFill>
                  <a:srgbClr val="4754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"Vincula estos tokens a componentes" → Hardcoded → Variables · Todo sincronizado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673352" y="6309360"/>
            <a:ext cx="88422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4754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CLAVE: Cambiar 1 color = todo se actualiza  ·  Una única fuente de verdad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951208" y="4764024"/>
            <a:ext cx="1069848" cy="1069848"/>
          </a:xfrm>
          <a:prstGeom prst="ellipse">
            <a:avLst/>
          </a:prstGeom>
          <a:solidFill>
            <a:srgbClr val="D3EBFF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3231368" y="4242816"/>
            <a:ext cx="4270248" cy="4270248"/>
          </a:xfrm>
          <a:prstGeom prst="ellipse">
            <a:avLst/>
          </a:prstGeom>
          <a:solidFill>
            <a:srgbClr val="D3EBFF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091672" y="8522208"/>
            <a:ext cx="4270248" cy="4270248"/>
          </a:xfrm>
          <a:prstGeom prst="ellipse">
            <a:avLst/>
          </a:prstGeom>
          <a:solidFill>
            <a:srgbClr val="D3EBFF">
              <a:alpha val="3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673352" y="411480"/>
            <a:ext cx="884224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AGENTES EN FIGMA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673352" y="1051560"/>
            <a:ext cx="88422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754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UI Kit automáticamente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673352" y="1508760"/>
            <a:ext cx="88422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7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HACE UN AGENTE: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764792" y="1856232"/>
            <a:ext cx="87508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Lee tu DESIGN.md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764792" y="2148840"/>
            <a:ext cx="87508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Crea componentes respetando reglas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764792" y="2441448"/>
            <a:ext cx="87508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Genera variantes automáticamente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764792" y="2734056"/>
            <a:ext cx="87508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Vincula a variables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764792" y="3026664"/>
            <a:ext cx="87508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Organiza en carpetas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673352" y="3410712"/>
            <a:ext cx="88422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7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RESULTADO: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73352" y="3758184"/>
            <a:ext cx="8842248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componentes × 4 variantes cada uno = 24 componentes listos en 30 segundos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 · Card · Input · Badge · Modal · Avatar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673352" y="5404104"/>
            <a:ext cx="8842248" cy="10881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"Agentes crean UI Kit en menos tiempo del que tardas en escribir un email"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951208" y="4764024"/>
            <a:ext cx="1069848" cy="1069848"/>
          </a:xfrm>
          <a:prstGeom prst="ellipse">
            <a:avLst/>
          </a:prstGeom>
          <a:solidFill>
            <a:srgbClr val="D3EBFF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3231368" y="4242816"/>
            <a:ext cx="4270248" cy="4270248"/>
          </a:xfrm>
          <a:prstGeom prst="ellipse">
            <a:avLst/>
          </a:prstGeom>
          <a:solidFill>
            <a:srgbClr val="D3EBFF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091672" y="8522208"/>
            <a:ext cx="4270248" cy="4270248"/>
          </a:xfrm>
          <a:prstGeom prst="ellipse">
            <a:avLst/>
          </a:prstGeom>
          <a:solidFill>
            <a:srgbClr val="D3EBFF">
              <a:alpha val="3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673352" y="411480"/>
            <a:ext cx="884224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SESIÓN 3: Qué aprendimos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673352" y="1280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✅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176272" y="1280160"/>
            <a:ext cx="8339328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DESIGN.md: 3 formas de crearlo (Desde Figma, web, o desde 0)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673352" y="212140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✅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176272" y="2121408"/>
            <a:ext cx="8339328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DESIGN.md en Figma (agentes), Claude Code (React), FigJam (documentación)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673352" y="2962656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✅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176272" y="2962656"/>
            <a:ext cx="8339328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Tokens: Extraer → Aplicar → Sincronizar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673352" y="3803904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✅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176272" y="3803904"/>
            <a:ext cx="8339328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Agentes: Crean UI Kit automáticamente (6 componentes en 30 seg)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673352" y="464515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✅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176272" y="4645152"/>
            <a:ext cx="8339328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Plugin: Automatizan handoff (documentación auto-generada)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673352" y="5486400"/>
            <a:ext cx="8842248" cy="1005840"/>
          </a:xfrm>
          <a:prstGeom prst="rect">
            <a:avLst/>
          </a:prstGeom>
          <a:solidFill>
            <a:srgbClr val="D3EBFF"/>
          </a:solidFill>
          <a:ln/>
        </p:spPr>
      </p:sp>
      <p:sp>
        <p:nvSpPr>
          <p:cNvPr id="17" name="Text 15"/>
          <p:cNvSpPr/>
          <p:nvPr/>
        </p:nvSpPr>
        <p:spPr>
          <a:xfrm>
            <a:off x="1856232" y="5577840"/>
            <a:ext cx="84764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7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LLEVAR: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856232" y="5870448"/>
            <a:ext cx="847648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 DESIGN.md  ·  Informe de tokens  ·  UI Kit creado  ·  Plugin instalado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Sesión 3 — Design Systems</dc:title>
  <dc:subject>PptxGenJS Presentation</dc:subject>
  <dc:creator>PptxGenJS</dc:creator>
  <cp:lastModifiedBy>PptxGenJS</cp:lastModifiedBy>
  <cp:revision>1</cp:revision>
  <dcterms:created xsi:type="dcterms:W3CDTF">2026-08-04T10:11:20Z</dcterms:created>
  <dcterms:modified xsi:type="dcterms:W3CDTF">2026-08-04T10:11:20Z</dcterms:modified>
</cp:coreProperties>
</file>