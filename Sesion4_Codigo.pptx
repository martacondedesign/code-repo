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8128" y="1728216"/>
            <a:ext cx="4270248" cy="4270248"/>
          </a:xfrm>
          <a:prstGeom prst="ellipse">
            <a:avLst/>
          </a:prstGeom>
          <a:solidFill>
            <a:srgbClr val="1A8AE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37576" y="3867912"/>
            <a:ext cx="4270248" cy="4270248"/>
          </a:xfrm>
          <a:prstGeom prst="ellipse">
            <a:avLst/>
          </a:prstGeom>
          <a:solidFill>
            <a:srgbClr val="1A8AE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37576" y="5998464"/>
            <a:ext cx="4270248" cy="4270248"/>
          </a:xfrm>
          <a:prstGeom prst="ellipse">
            <a:avLst/>
          </a:prstGeom>
          <a:solidFill>
            <a:srgbClr val="1A8AE0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897880" y="8138160"/>
            <a:ext cx="4270248" cy="4270248"/>
          </a:xfrm>
          <a:prstGeom prst="ellipse">
            <a:avLst/>
          </a:prstGeom>
          <a:solidFill>
            <a:srgbClr val="1A8AE0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757416" y="4389120"/>
            <a:ext cx="1069848" cy="1069848"/>
          </a:xfrm>
          <a:prstGeom prst="ellipse">
            <a:avLst/>
          </a:prstGeom>
          <a:solidFill>
            <a:srgbClr val="1A8AE0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 tu repo con Claude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| 2 horas  ·  Tu repo + Claude Code = entender todo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vs AHORA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73352" y="1280160"/>
            <a:ext cx="4192524" cy="4572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1673352" y="1280160"/>
            <a:ext cx="4192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3076" y="1280160"/>
            <a:ext cx="4192524" cy="457200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9" name="Text 7"/>
          <p:cNvSpPr/>
          <p:nvPr/>
        </p:nvSpPr>
        <p:spPr>
          <a:xfrm>
            <a:off x="6323076" y="1280160"/>
            <a:ext cx="4192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73352" y="1874520"/>
            <a:ext cx="4192524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"¿Cuántos componentes tenemos?"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Email al dev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Espera 2 días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Respuesta incompleta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3076" y="1874520"/>
            <a:ext cx="4192524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"¿Cuántos componentes tenemos?"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Abre repo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Pregunta a Claude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Respuesta en 30 segundos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Exacta y completa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EN 10 MINUTOS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73352" y="128930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7" name="Text 5"/>
          <p:cNvSpPr/>
          <p:nvPr/>
        </p:nvSpPr>
        <p:spPr>
          <a:xfrm>
            <a:off x="1673352" y="128930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404872" y="1234440"/>
            <a:ext cx="8110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Descargar VS Code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  ·  Rápido, gratis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73352" y="239572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3352" y="247802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1" name="Text 9"/>
          <p:cNvSpPr/>
          <p:nvPr/>
        </p:nvSpPr>
        <p:spPr>
          <a:xfrm>
            <a:off x="1673352" y="247802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04872" y="2423160"/>
            <a:ext cx="8110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Extensión Claude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→ Extensions → Buscar "Claude" → Install → Autenticar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673352" y="358444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73352" y="366674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5" name="Text 13"/>
          <p:cNvSpPr/>
          <p:nvPr/>
        </p:nvSpPr>
        <p:spPr>
          <a:xfrm>
            <a:off x="1673352" y="366674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404872" y="3611880"/>
            <a:ext cx="8110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Clonar repo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[URL-repo] → Abrir en VS Code → Click icono Claude → ✓ Listo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73352" y="63093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 línea de terminal: git clone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MÁGICA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0515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hay en este proyecto?"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73352" y="1508760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responde AUTOMÁTICAMENTE: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64792" y="1856232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¿Qué tipo de proyecto es?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64792" y="2148840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¿Cuántos componentes tiene?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64792" y="2441448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¿Cuáles son los más importantes?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64792" y="2734056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¿Qué tecnología usa?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64792" y="3026664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¿Dónde está organizado?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73352" y="3410712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respuesta: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73352" y="3758184"/>
            <a:ext cx="88422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un proyecto React: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componentes | Framework: React + TypeScript | CSS: Tailwind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Button (47 refs) · Card (24 refs) · Input (18 refs)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MAGIC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73352" y="1280160"/>
            <a:ext cx="4192524" cy="4572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1673352" y="1280160"/>
            <a:ext cx="4192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3076" y="1280160"/>
            <a:ext cx="4192524" cy="457200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9" name="Text 7"/>
          <p:cNvSpPr/>
          <p:nvPr/>
        </p:nvSpPr>
        <p:spPr>
          <a:xfrm>
            <a:off x="6323076" y="1280160"/>
            <a:ext cx="4192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73352" y="1874520"/>
            <a:ext cx="4192524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10 archivos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y entender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Probablemente pierdes algo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3076" y="1874520"/>
            <a:ext cx="4192524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escanea TODO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segundos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completa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9 PROMPTS LISTOS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0515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y funcionan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73352" y="1508760"/>
            <a:ext cx="2825496" cy="411480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8" name="Text 6"/>
          <p:cNvSpPr/>
          <p:nvPr/>
        </p:nvSpPr>
        <p:spPr>
          <a:xfrm>
            <a:off x="1673352" y="1508760"/>
            <a:ext cx="2825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73352" y="2011680"/>
            <a:ext cx="2825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"Cuéntame del Button"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Variantes, props, dónde se define color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73352" y="2816352"/>
            <a:ext cx="2825496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3352" y="2852928"/>
            <a:ext cx="2825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"¿Hay duplicados?"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componentes iguales (¿fusionar?)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73352" y="3657600"/>
            <a:ext cx="2825496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73352" y="3694176"/>
            <a:ext cx="2825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falta?"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componentes nuevos sugeridos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73352" y="4498848"/>
            <a:ext cx="2825496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1728" y="1508760"/>
            <a:ext cx="2825496" cy="411480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1508760"/>
            <a:ext cx="2825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1728" y="2011680"/>
            <a:ext cx="2825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"¿Está bien organizado?"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organización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2816352"/>
            <a:ext cx="2825496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2852928"/>
            <a:ext cx="2825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"Muéstrame la jerarquía"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completo de carpetas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81728" y="3657600"/>
            <a:ext cx="2825496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694176"/>
            <a:ext cx="2825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"¿Dónde están los tokens?"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exacto + valores HEX/px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1728" y="4498848"/>
            <a:ext cx="2825496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90104" y="1508760"/>
            <a:ext cx="2825496" cy="411480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24" name="Text 22"/>
          <p:cNvSpPr/>
          <p:nvPr/>
        </p:nvSpPr>
        <p:spPr>
          <a:xfrm>
            <a:off x="7690104" y="1508760"/>
            <a:ext cx="2825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90104" y="2011680"/>
            <a:ext cx="2825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"¿Quién usa este color?"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Rastreo de #0066FF en todo el repo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690104" y="2816352"/>
            <a:ext cx="2825496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0104" y="2852928"/>
            <a:ext cx="2825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debería mejorar?"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categorías (deuda, dup, a11y, perf…)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90104" y="3657600"/>
            <a:ext cx="2825496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0104" y="3694176"/>
            <a:ext cx="2825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"Audit rápido"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tests, sin docs, nunca usado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690104" y="4498848"/>
            <a:ext cx="2825496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Análisis de componente Button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234440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73352" y="1581912"/>
            <a:ext cx="88422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"Mira el componente Button"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3352" y="3227832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(Claude):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64792" y="3575304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tiene 4 variantes: primary (azul) · secondary (gris) · danger (rojo) · disabled (gris claro)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64792" y="3867912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Props: size (sm|md|lg) · onClick: function · disabled: boolean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64792" y="4160520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definidos en: src/tokens/colors.js → PRIMARY_BLUE (#0066FF)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64792" y="4453128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✓ Sí (8 tests)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AUDITORÍA: ¿Qué debería mejorar?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0515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categorías críticas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73352" y="1508760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DEUDA TÉCNICA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73352" y="1856232"/>
            <a:ext cx="88422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Button.tsx usa componentWillMount (deprecated)  ❌ console.log() en Modal  ❌ inline styles en Card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73352" y="3502152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DUPLICACIÓN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73352" y="3849624"/>
            <a:ext cx="88422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Button vs PrimaryButton  ❌ Lógica validación repetida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73352" y="5495544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ACCESIBILIDAD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73352" y="5843016"/>
            <a:ext cx="8842248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Button: falta aria-label en iconos  ❌ Modal: falta role="dialog"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CÓDIGO ↔ FIGMA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0515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tokens automáticamente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8" name="Text 6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04872" y="150876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en código, Figma sin variables = Desincronizado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673352" y="265861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73352" y="274091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2" name="Text 10"/>
          <p:cNvSpPr/>
          <p:nvPr/>
        </p:nvSpPr>
        <p:spPr>
          <a:xfrm>
            <a:off x="1673352" y="274091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04872" y="268605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lee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src/tokens/colors.js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73352" y="383590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3352" y="391820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6" name="Text 14"/>
          <p:cNvSpPr/>
          <p:nvPr/>
        </p:nvSpPr>
        <p:spPr>
          <a:xfrm>
            <a:off x="1673352" y="391820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404872" y="386334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tokens.json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673352" y="501319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73352" y="509549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20" name="Text 18"/>
          <p:cNvSpPr/>
          <p:nvPr/>
        </p:nvSpPr>
        <p:spPr>
          <a:xfrm>
            <a:off x="1673352" y="509549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404872" y="5040630"/>
            <a:ext cx="8110728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importa JSON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Figma tiene variables · Cambiar color en código → Figma se actualiza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73352" y="63093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Todo sincronizado automáticamente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AUTOMÁTICA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73352" y="1280160"/>
            <a:ext cx="4192524" cy="4572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1673352" y="1280160"/>
            <a:ext cx="4192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3076" y="1280160"/>
            <a:ext cx="4192524" cy="457200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9" name="Text 7"/>
          <p:cNvSpPr/>
          <p:nvPr/>
        </p:nvSpPr>
        <p:spPr>
          <a:xfrm>
            <a:off x="6323076" y="1280160"/>
            <a:ext cx="4192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73352" y="1874520"/>
            <a:ext cx="4192524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página → ¿Cuál es la estructura?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leerlo y dibujar manualmente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3076" y="1874520"/>
            <a:ext cx="4192524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"¿Cuál es el layout de Dashboard?"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Claude analiza código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Genera descripción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Crea wireframe en Figma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Incluye versión responsive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Documentación completa automática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BIDIRECCIONAL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051560"/>
            <a:ext cx="8842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→ Figma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8" name="Text 6"/>
          <p:cNvSpPr/>
          <p:nvPr/>
        </p:nvSpPr>
        <p:spPr>
          <a:xfrm>
            <a:off x="1673352" y="156362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04872" y="1508760"/>
            <a:ext cx="8110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React en Storybook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variantes documentadas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673352" y="267004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73352" y="275234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2" name="Text 10"/>
          <p:cNvSpPr/>
          <p:nvPr/>
        </p:nvSpPr>
        <p:spPr>
          <a:xfrm>
            <a:off x="1673352" y="275234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04872" y="2697480"/>
            <a:ext cx="8110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Ejecutar: figma-cli import-storybook  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73352" y="385876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3352" y="394106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16" name="Text 14"/>
          <p:cNvSpPr/>
          <p:nvPr/>
        </p:nvSpPr>
        <p:spPr>
          <a:xfrm>
            <a:off x="1673352" y="394106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404872" y="3886200"/>
            <a:ext cx="8110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Componentes en Figma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story → variante · Todo vinculado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673352" y="5047488"/>
            <a:ext cx="8842248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73352" y="5129784"/>
            <a:ext cx="594360" cy="420624"/>
          </a:xfrm>
          <a:prstGeom prst="rect">
            <a:avLst/>
          </a:prstGeom>
          <a:solidFill>
            <a:srgbClr val="0077D6"/>
          </a:solidFill>
          <a:ln/>
        </p:spPr>
      </p:sp>
      <p:sp>
        <p:nvSpPr>
          <p:cNvPr id="20" name="Text 18"/>
          <p:cNvSpPr/>
          <p:nvPr/>
        </p:nvSpPr>
        <p:spPr>
          <a:xfrm>
            <a:off x="1673352" y="512978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404872" y="5074920"/>
            <a:ext cx="8110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automática  </a:t>
            </a:r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componente en código → Storybook se actualiza → Figma se actualiza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SESIÓN 4: Qué aprendimos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280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76272" y="1280160"/>
            <a:ext cx="8339328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VS Code + Git + Claude Code (10 minutos)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3352" y="1981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76272" y="1981200"/>
            <a:ext cx="8339328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mágica: "¿Qué hay aquí?" → overview completo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73352" y="268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76272" y="2682240"/>
            <a:ext cx="8339328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9 PROMPTS LISTOS: A-C Componentes · D-E Estructura · F-G Tokens · H-I Auditoría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73352" y="3383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76272" y="3383280"/>
            <a:ext cx="8339328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automática: Detecta deuda, duplicación, a11y, performance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73352" y="4084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76272" y="4084320"/>
            <a:ext cx="8339328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Código ↔ Figma: Tokens automáticos, Storybook → Figma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3352" y="4785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76272" y="4785360"/>
            <a:ext cx="8339328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automática: Layout → Diagrama en Figma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673352" y="5486400"/>
            <a:ext cx="8842248" cy="1005840"/>
          </a:xfrm>
          <a:prstGeom prst="rect">
            <a:avLst/>
          </a:prstGeom>
          <a:solidFill>
            <a:srgbClr val="D3EBFF"/>
          </a:solidFill>
          <a:ln/>
        </p:spPr>
      </p:sp>
      <p:sp>
        <p:nvSpPr>
          <p:cNvPr id="19" name="Text 17"/>
          <p:cNvSpPr/>
          <p:nvPr/>
        </p:nvSpPr>
        <p:spPr>
          <a:xfrm>
            <a:off x="1856232" y="5577840"/>
            <a:ext cx="8476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LLEVAR: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56232" y="5870448"/>
            <a:ext cx="84764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9 prompts  ·  Overview del repo  ·  Informe auditoría  ·  Script exportación tokens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PROMPTS: CHEAT SHEET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73352" y="1325880"/>
          <a:ext cx="8842248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00400"/>
                <a:gridCol w="1371600"/>
                <a:gridCol w="3593592"/>
              </a:tblGrid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"Cuéntame del Button"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Variantes, props, dónde define el color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"¿Hay duplicados?"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a fusionar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"¿Qué falta?"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componentes nuevos sugeridos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"¿Está bien organizado?"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Recomendaciones de estructura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"Muéstrame la jerarquía"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visual de carpetas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"¿Dónde están los tokens?"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exactos con valores HEX/px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"¿Quién usa este color?"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Rastreo completo en el repo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"Auditoría completa"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categorías de mejora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"Audit rápido"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4 acciones inmediatas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73352" y="1234440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64792" y="1581912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Prompts A-E al repo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64792" y="1874520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qué tienes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73352" y="2258568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MIÉRCOLES: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64792" y="2606040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auditoría (Prompt H o I)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64792" y="2898648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mejoras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73352" y="3282696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SEMANA: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64792" y="3630168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1-2 mejoras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64792" y="3922776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tokens a Figma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64792" y="4215384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Storybook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3352" y="4599432"/>
            <a:ext cx="8842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SPRINT: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64792" y="4946904"/>
            <a:ext cx="8750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completo · Documentado · Sincronizado · Mantenible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51208" y="4764024"/>
            <a:ext cx="1069848" cy="1069848"/>
          </a:xfrm>
          <a:prstGeom prst="ellipse">
            <a:avLst/>
          </a:prstGeom>
          <a:solidFill>
            <a:srgbClr val="D3EB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31368" y="4242816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91672" y="8522208"/>
            <a:ext cx="4270248" cy="4270248"/>
          </a:xfrm>
          <a:prstGeom prst="ellipse">
            <a:avLst/>
          </a:prstGeom>
          <a:solidFill>
            <a:srgbClr val="D3EB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673352" y="411480"/>
            <a:ext cx="8842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3 vs SESIÓN 4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73352" y="1325880"/>
          <a:ext cx="8842248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3657600"/>
              </a:tblGrid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Sesión 3 — Design Systems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Sesión 4 — Código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creas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Componentes, UI 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Análisis, Auditoría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Informe, Documentación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prompts clave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prompts listos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comando (git)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Miedo al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Utilidad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hoy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Entender hoy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— Código</dc:title>
  <dc:subject>PptxGenJS Presentation</dc:subject>
  <dc:creator>PptxGenJS</dc:creator>
  <cp:lastModifiedBy>PptxGenJS</cp:lastModifiedBy>
  <cp:revision>1</cp:revision>
  <dcterms:created xsi:type="dcterms:W3CDTF">2026-08-04T10:11:20Z</dcterms:created>
  <dcterms:modified xsi:type="dcterms:W3CDTF">2026-08-04T10:11:20Z</dcterms:modified>
</cp:coreProperties>
</file>